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6"/>
          </a:solidFill>
          <a:ln w="12700">
            <a:solidFill>
              <a:srgbClr val="0711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502920"/>
            <a:ext cx="0" cy="585216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7498080" y="502920"/>
            <a:ext cx="0" cy="585216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321040" y="502920"/>
            <a:ext cx="0" cy="585216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144000" y="502920"/>
            <a:ext cx="0" cy="585216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966960" y="502920"/>
            <a:ext cx="0" cy="585216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789920" y="502920"/>
            <a:ext cx="0" cy="585216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612880" y="502920"/>
            <a:ext cx="0" cy="585216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502920"/>
            <a:ext cx="5349240" cy="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29400" y="1325880"/>
            <a:ext cx="5349240" cy="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9400" y="2148840"/>
            <a:ext cx="5349240" cy="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71800"/>
            <a:ext cx="5349240" cy="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29400" y="3794760"/>
            <a:ext cx="5349240" cy="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29400" y="4617720"/>
            <a:ext cx="5349240" cy="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5440680"/>
            <a:ext cx="5349240" cy="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29400" y="6263640"/>
            <a:ext cx="5349240" cy="0"/>
          </a:xfrm>
          <a:prstGeom prst="line">
            <a:avLst/>
          </a:prstGeom>
          <a:noFill/>
          <a:ln w="6350">
            <a:solidFill>
              <a:srgbClr val="1F3764"/>
            </a:solidFill>
            <a:prstDash val="dash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58368" y="6400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 / NOT STALLED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1298448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a living launch site.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58368" y="345643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static GitHub Pages experience that teaches the workflow, keeps its platform story fresh, and ships through a lightweight delivery system.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" y="58155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AB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AUGUST 2026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80960" y="1188720"/>
            <a:ext cx="3063240" cy="786384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1335024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#418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891272" y="1554480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UI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89720" y="1984248"/>
            <a:ext cx="0" cy="411480"/>
          </a:xfrm>
          <a:prstGeom prst="line">
            <a:avLst/>
          </a:prstGeom>
          <a:noFill/>
          <a:ln w="25400">
            <a:solidFill>
              <a:srgbClr val="D7FF3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80960" y="2395728"/>
            <a:ext cx="3063240" cy="786384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2542032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#417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891272" y="276148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endpoint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89720" y="3191256"/>
            <a:ext cx="0" cy="411480"/>
          </a:xfrm>
          <a:prstGeom prst="line">
            <a:avLst/>
          </a:prstGeom>
          <a:noFill/>
          <a:ln w="25400">
            <a:solidFill>
              <a:srgbClr val="D7FF3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80960" y="3602736"/>
            <a:ext cx="3063240" cy="786384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91272" y="374904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#416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891272" y="3968496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45552" y="48828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EXPERIENCE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D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story that becomes a workflow.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site is intentionally static, but never passive. Each surface has one job in the visitor journey.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200400" cy="2194560"/>
          </a:xfrm>
          <a:prstGeom prst="rect">
            <a:avLst/>
          </a:prstGeom>
          <a:solidFill>
            <a:srgbClr val="FFFDF8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441448"/>
            <a:ext cx="384048" cy="384048"/>
          </a:xfrm>
          <a:prstGeom prst="rect">
            <a:avLst/>
          </a:prstGeom>
          <a:solidFill>
            <a:srgbClr val="D7FF34"/>
          </a:solidFill>
          <a:ln w="12700">
            <a:solidFill>
              <a:srgbClr val="D7FF3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4688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8096" y="2990088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3410712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 argument reframes the “giant PR” problem.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67328" y="3337560"/>
            <a:ext cx="512064" cy="0"/>
          </a:xfrm>
          <a:prstGeom prst="line">
            <a:avLst/>
          </a:prstGeom>
          <a:noFill/>
          <a:ln w="1905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07408" y="2240280"/>
            <a:ext cx="3200400" cy="2194560"/>
          </a:xfrm>
          <a:prstGeom prst="rect">
            <a:avLst/>
          </a:prstGeom>
          <a:solidFill>
            <a:srgbClr val="FFFDF8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2441448"/>
            <a:ext cx="384048" cy="384048"/>
          </a:xfrm>
          <a:prstGeom prst="rect">
            <a:avLst/>
          </a:prstGeom>
          <a:solidFill>
            <a:srgbClr val="D7FF34"/>
          </a:solidFill>
          <a:ln w="12700">
            <a:solidFill>
              <a:srgbClr val="D7FF3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4688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8576" y="2990088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576" y="3410712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simulator exposes one layer, its diff, and its merge state.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07808" y="3337560"/>
            <a:ext cx="512064" cy="0"/>
          </a:xfrm>
          <a:prstGeom prst="line">
            <a:avLst/>
          </a:prstGeom>
          <a:noFill/>
          <a:ln w="1905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47888" y="2240280"/>
            <a:ext cx="3200400" cy="2194560"/>
          </a:xfrm>
          <a:prstGeom prst="rect">
            <a:avLst/>
          </a:prstGeom>
          <a:solidFill>
            <a:srgbClr val="FFFDF8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9056" y="2441448"/>
            <a:ext cx="384048" cy="384048"/>
          </a:xfrm>
          <a:prstGeom prst="rect">
            <a:avLst/>
          </a:prstGeom>
          <a:solidFill>
            <a:srgbClr val="D7FF34"/>
          </a:solidFill>
          <a:ln w="12700">
            <a:solidFill>
              <a:srgbClr val="D7FF3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24688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49056" y="2990088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49056" y="3410712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workshop turns the concept into local terminal steps.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5166360"/>
            <a:ext cx="11018520" cy="576072"/>
          </a:xfrm>
          <a:prstGeom prst="rect">
            <a:avLst/>
          </a:prstGeom>
          <a:solidFill>
            <a:srgbClr val="0D1D3A"/>
          </a:solidFill>
          <a:ln w="12700">
            <a:solidFill>
              <a:srgbClr val="0D1D3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58384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is the next useful action: “try the simulator” → “take the workshop” → official GitHub docs.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36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 / NOT STALLED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064240" y="64373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FRONT-END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Small files. Clear responsibilities.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983480" cy="1143000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109728" cy="1143000"/>
          </a:xfrm>
          <a:prstGeom prst="rect">
            <a:avLst/>
          </a:prstGeom>
          <a:solidFill>
            <a:srgbClr val="D7FF34"/>
          </a:solidFill>
          <a:ln w="12700">
            <a:solidFill>
              <a:srgbClr val="D7FF3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9202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22951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2D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Narrative, simulator shell, latest-news region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4983480" cy="1143000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91640"/>
            <a:ext cx="109728" cy="1143000"/>
          </a:xfrm>
          <a:prstGeom prst="rect">
            <a:avLst/>
          </a:prstGeom>
          <a:solidFill>
            <a:srgbClr val="4487FF"/>
          </a:solidFill>
          <a:ln w="12700">
            <a:solidFill>
              <a:srgbClr val="4487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9202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workshop.html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1968" y="22951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2D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learning route and copyable commands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4983480" cy="1143000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291840"/>
            <a:ext cx="109728" cy="1143000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5204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38953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2D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Simulator state + fetches static changelog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4983480" cy="1143000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291840"/>
            <a:ext cx="109728" cy="1143000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35204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01968" y="38953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2D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visual system and accessible state styling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Browser-only state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546811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stack simulator is deliberately ephemeral: selected layer, review readiness, and merge feedback live in memory. No identity, API keys, or server state are needed.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AAB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 / NOT STALLED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064240" y="64373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FRESH CONTENT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D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launch story stays current without a runtime backend.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874520" cy="1965960"/>
          </a:xfrm>
          <a:prstGeom prst="rect">
            <a:avLst/>
          </a:prstGeom>
          <a:solidFill>
            <a:srgbClr val="4487FF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496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Changelog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 feed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33467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36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github.blog/changelog/feed/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496312" y="3136392"/>
            <a:ext cx="338328" cy="0"/>
          </a:xfrm>
          <a:prstGeom prst="line">
            <a:avLst/>
          </a:prstGeom>
          <a:noFill/>
          <a:ln w="1905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07792" y="2148840"/>
            <a:ext cx="1874520" cy="1965960"/>
          </a:xfrm>
          <a:prstGeom prst="rect">
            <a:avLst/>
          </a:prstGeom>
          <a:solidFill>
            <a:srgbClr val="D7FF34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2384" y="2496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GitHub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63240" y="33467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36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+ manual dispatch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809744" y="3136392"/>
            <a:ext cx="338328" cy="0"/>
          </a:xfrm>
          <a:prstGeom prst="line">
            <a:avLst/>
          </a:prstGeom>
          <a:noFill/>
          <a:ln w="1905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21224" y="2148840"/>
            <a:ext cx="1874520" cy="1965960"/>
          </a:xfrm>
          <a:prstGeom prst="rect">
            <a:avLst/>
          </a:prstGeom>
          <a:solidFill>
            <a:srgbClr val="FFFDF8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5816" y="2496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JSON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76672" y="33467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36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data/changelog.json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23176" y="3136392"/>
            <a:ext cx="338328" cy="0"/>
          </a:xfrm>
          <a:prstGeom prst="line">
            <a:avLst/>
          </a:prstGeom>
          <a:noFill/>
          <a:ln w="1905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34656" y="2148840"/>
            <a:ext cx="1874520" cy="1965960"/>
          </a:xfrm>
          <a:prstGeom prst="rect">
            <a:avLst/>
          </a:prstGeom>
          <a:solidFill>
            <a:srgbClr val="FFFDF8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496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90104" y="33467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36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 fetch + fallback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436608" y="3136392"/>
            <a:ext cx="338328" cy="0"/>
          </a:xfrm>
          <a:prstGeom prst="line">
            <a:avLst/>
          </a:prstGeom>
          <a:noFill/>
          <a:ln w="1905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48088" y="2148840"/>
            <a:ext cx="1874520" cy="1965960"/>
          </a:xfrm>
          <a:prstGeom prst="rect">
            <a:avLst/>
          </a:prstGeom>
          <a:solidFill>
            <a:srgbClr val="0D1D3A"/>
          </a:solidFill>
          <a:ln w="12700">
            <a:solidFill>
              <a:srgbClr val="0D1D3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249631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03536" y="33467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/ root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4360" y="48737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 is safe by design.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19379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static data cannot load, the page retains the verified launch announcement rather than presenting an empty news surface.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36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 / NOT STALLED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064240" y="64373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CI/CD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lightweight gate and a deliberate deployment.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20116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57400" y="169164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67128" y="18928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3657600" y="2071116"/>
            <a:ext cx="228600" cy="0"/>
          </a:xfrm>
          <a:prstGeom prst="line">
            <a:avLst/>
          </a:prstGeom>
          <a:noFill/>
          <a:ln w="1524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59352" y="169164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8928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22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559552" y="2071116"/>
            <a:ext cx="228600" cy="0"/>
          </a:xfrm>
          <a:prstGeom prst="line">
            <a:avLst/>
          </a:prstGeom>
          <a:noFill/>
          <a:ln w="1524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61304" y="169164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1032" y="18928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checks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461504" y="2071116"/>
            <a:ext cx="228600" cy="0"/>
          </a:xfrm>
          <a:prstGeom prst="line">
            <a:avLst/>
          </a:prstGeom>
          <a:noFill/>
          <a:ln w="1524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63256" y="169164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2984" y="18928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structure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9363456" y="2071116"/>
            <a:ext cx="228600" cy="0"/>
          </a:xfrm>
          <a:prstGeom prst="line">
            <a:avLst/>
          </a:prstGeom>
          <a:noFill/>
          <a:ln w="15240">
            <a:solidFill>
              <a:srgbClr val="4487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65208" y="169164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4936" y="18928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shape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21792" y="34290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BRANCH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57400" y="310896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67128" y="33101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657600" y="3488436"/>
            <a:ext cx="228600" cy="0"/>
          </a:xfrm>
          <a:prstGeom prst="line">
            <a:avLst/>
          </a:prstGeom>
          <a:noFill/>
          <a:ln w="15240">
            <a:solidFill>
              <a:srgbClr val="D7FF3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59352" y="310896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33101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static site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559552" y="3488436"/>
            <a:ext cx="228600" cy="0"/>
          </a:xfrm>
          <a:prstGeom prst="line">
            <a:avLst/>
          </a:prstGeom>
          <a:noFill/>
          <a:ln w="15240">
            <a:solidFill>
              <a:srgbClr val="D7FF3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61304" y="310896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33101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Pages artifact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461504" y="3488436"/>
            <a:ext cx="228600" cy="0"/>
          </a:xfrm>
          <a:prstGeom prst="line">
            <a:avLst/>
          </a:prstGeom>
          <a:noFill/>
          <a:ln w="15240">
            <a:solidFill>
              <a:srgbClr val="D7FF3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63256" y="310896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72984" y="33101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to HTTPS site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21792" y="48463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FF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SCHEDULE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57400" y="452628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67128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official feed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3657600" y="4905756"/>
            <a:ext cx="228600" cy="0"/>
          </a:xfrm>
          <a:prstGeom prst="line">
            <a:avLst/>
          </a:prstGeom>
          <a:noFill/>
          <a:ln w="15240">
            <a:solidFill>
              <a:srgbClr val="FFFDF8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959352" y="452628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69080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JSON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559552" y="4905756"/>
            <a:ext cx="228600" cy="0"/>
          </a:xfrm>
          <a:prstGeom prst="line">
            <a:avLst/>
          </a:prstGeom>
          <a:noFill/>
          <a:ln w="15240">
            <a:solidFill>
              <a:srgbClr val="FFFDF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861304" y="452628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71032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only if changed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7461504" y="4905756"/>
            <a:ext cx="228600" cy="0"/>
          </a:xfrm>
          <a:prstGeom prst="line">
            <a:avLst/>
          </a:prstGeom>
          <a:noFill/>
          <a:ln w="15240">
            <a:solidFill>
              <a:srgbClr val="FFFDF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763256" y="4526280"/>
            <a:ext cx="1572768" cy="758952"/>
          </a:xfrm>
          <a:prstGeom prst="rect">
            <a:avLst/>
          </a:prstGeom>
          <a:solidFill>
            <a:srgbClr val="112647"/>
          </a:solidFill>
          <a:ln w="12700">
            <a:solidFill>
              <a:srgbClr val="3051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72984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 refresh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621792" y="5824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D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application compilation is required; validated root assets become the Pages artifact.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6928" y="64373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AAB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 / NOT STALLED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1064240" y="64373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7F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OPERATIONAL BOUNDARIES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D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system remains intentionally boring where it matters.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4956048" cy="1371600"/>
          </a:xfrm>
          <a:prstGeom prst="rect">
            <a:avLst/>
          </a:prstGeom>
          <a:solidFill>
            <a:srgbClr val="FFFDF8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084832"/>
            <a:ext cx="274320" cy="274320"/>
          </a:xfrm>
          <a:prstGeom prst="rect">
            <a:avLst/>
          </a:prstGeom>
          <a:solidFill>
            <a:srgbClr val="D7FF34"/>
          </a:solidFill>
          <a:ln w="12700">
            <a:solidFill>
              <a:srgbClr val="D7FF3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2728" y="2057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runtime secrets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52728" y="245973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reads only committed static assets. The scheduled workflow uses GitHub’s scoped token.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4956048" cy="1371600"/>
          </a:xfrm>
          <a:prstGeom prst="rect">
            <a:avLst/>
          </a:prstGeom>
          <a:solidFill>
            <a:srgbClr val="FFFDF8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2084832"/>
            <a:ext cx="274320" cy="274320"/>
          </a:xfrm>
          <a:prstGeom prst="rect">
            <a:avLst/>
          </a:prstGeom>
          <a:solidFill>
            <a:srgbClr val="D7FF34"/>
          </a:solidFill>
          <a:ln w="12700">
            <a:solidFill>
              <a:srgbClr val="D7FF3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0568" y="2057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client-side scraping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30568" y="245973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fetches the source feed once, then visitors consume a local JSON snapshot.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675888"/>
            <a:ext cx="4956048" cy="1371600"/>
          </a:xfrm>
          <a:prstGeom prst="rect">
            <a:avLst/>
          </a:prstGeom>
          <a:solidFill>
            <a:srgbClr val="FFFDF8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931920"/>
            <a:ext cx="274320" cy="274320"/>
          </a:xfrm>
          <a:prstGeom prst="rect">
            <a:avLst/>
          </a:prstGeom>
          <a:solidFill>
            <a:srgbClr val="D7FF34"/>
          </a:solidFill>
          <a:ln w="12700">
            <a:solidFill>
              <a:srgbClr val="D7FF3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9044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silent content failure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52728" y="430682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carries a meaningful launch-news fallback if the optional JSON cannot load.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4956048" cy="1371600"/>
          </a:xfrm>
          <a:prstGeom prst="rect">
            <a:avLst/>
          </a:prstGeom>
          <a:solidFill>
            <a:srgbClr val="FFFDF8"/>
          </a:solidFill>
          <a:ln w="12700">
            <a:solidFill>
              <a:srgbClr val="0D1D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3368" y="3931920"/>
            <a:ext cx="274320" cy="274320"/>
          </a:xfrm>
          <a:prstGeom prst="rect">
            <a:avLst/>
          </a:prstGeom>
          <a:solidFill>
            <a:srgbClr val="D7FF34"/>
          </a:solidFill>
          <a:ln w="12700">
            <a:solidFill>
              <a:srgbClr val="D7FF3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39044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custom deploy machinery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30568" y="430682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Pages deploys the trusted default branch from the repository root.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57424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48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principle: static by default, automation where freshness adds genuine value.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36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 / NOT STALLED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064240" y="64373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7F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7FF34"/>
          </a:solidFill>
          <a:ln w="12700">
            <a:solidFill>
              <a:srgbClr val="D7FF3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D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LAUNCH SITE IS A PRODUCT DEMONSTRATION.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399032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D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 the stack.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D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Keep it current.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D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Ship it simply.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4919472"/>
            <a:ext cx="5394960" cy="804672"/>
          </a:xfrm>
          <a:prstGeom prst="rect">
            <a:avLst/>
          </a:prstGeom>
          <a:solidFill>
            <a:srgbClr val="0D1D3A"/>
          </a:solidFill>
          <a:ln w="12700">
            <a:solidFill>
              <a:srgbClr val="0D1D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230368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jamesmontemagno.github.io/stacked-pr-launch/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" y="60899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15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GitHub Pages · Content refreshed by GitHub Actions · Source: official GitHub Changelog RSS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36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 / NOT STALLED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48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GitHub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Stacked, not stalled — Architecture</dc:title>
  <dc:subject>Stacked, not stalled site architecture</dc:subject>
  <dc:creator>GitHub</dc:creator>
  <cp:lastModifiedBy>GitHub</cp:lastModifiedBy>
  <cp:revision>1</cp:revision>
  <dcterms:created xsi:type="dcterms:W3CDTF">2026-08-04T17:57:23Z</dcterms:created>
  <dcterms:modified xsi:type="dcterms:W3CDTF">2026-08-04T17:57:23Z</dcterms:modified>
</cp:coreProperties>
</file>